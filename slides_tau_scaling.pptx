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项目一句话定位：把华为 τ scaling 论文的核心主张，用独立文献校准的四层仿真模型逐条检验，并交付可交互、可复现、中英双语的完整成果。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这是一次把外部论文当作待检验假设、用可复现仿真独立评估的方法演练。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五个命题贯穿器件到系统。P4 标黄、P5 标蓝——后面会说明它们最值得推敲。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四层模型 + 级联；30+ 参数全部独立文献校准；这是让仿真结果具备论证力的关键设计。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模型用独立参数就复现了论文的折叠数字；N²-vs-N、瓶颈迁移、稳健性是最扎实的结果。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一句话审稿意见：卓越的工程报告与正确的范式呼吁，但把工程增益包装成了缩放定律。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成果不是一份静态报告，而是一套可复现、可交互、双语的评估资产。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结论平衡：肯定方向、指出量化主张的脆弱处；三条追问建设性；强调方法论的内部可复用价值。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109728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20" b="1" dirty="0">
                <a:solidFill>
                  <a:srgbClr val="20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</a:t>
            </a:r>
            <a:endParaRPr lang="en-US" sz="2392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A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SIMULATION-BASED PAPER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用全栈 τ 级联仿真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验证华为「时间缩放理论」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Time Scaling Theory for Multi-Layer Electronic Systems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何庭波 · Huawei · ChinaXiv:202605.00224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261872" cy="457200"/>
          </a:xfrm>
          <a:prstGeom prst="roundRect">
            <a:avLst>
              <a:gd name="adj" fmla="val 50000"/>
            </a:avLst>
          </a:prstGeom>
          <a:solidFill>
            <a:srgbClr val="18314F"/>
          </a:solidFill>
          <a:ln w="12700">
            <a:solidFill>
              <a:srgbClr val="33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论文分析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13432" y="489204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18314F"/>
          </a:solidFill>
          <a:ln w="12700">
            <a:solidFill>
              <a:srgbClr val="33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4892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独立建模仿真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42816" y="48920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8314F"/>
          </a:solidFill>
          <a:ln w="12700">
            <a:solidFill>
              <a:srgbClr val="33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2816" y="48920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对抗性审阅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52744" y="4892040"/>
            <a:ext cx="2139696" cy="457200"/>
          </a:xfrm>
          <a:prstGeom prst="roundRect">
            <a:avLst>
              <a:gd name="adj" fmla="val 50000"/>
            </a:avLst>
          </a:prstGeom>
          <a:solidFill>
            <a:srgbClr val="18314F"/>
          </a:solidFill>
          <a:ln w="12700">
            <a:solidFill>
              <a:srgbClr val="33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52744" y="48920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中英双语交互交付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面向管理层的项目汇报　·　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背景与任务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华为提出以时间常数 τ 取代几何缩放作为半导体演进的新标尺。任务：读懂其核心思想，独立建模仿真加以检验。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640080" cy="6400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分析核心思想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提炼论文 5 个可检验命题（器件→系统全栈）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73552" y="33832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3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93592" y="21031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13632" y="2423160"/>
            <a:ext cx="640080" cy="6400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391363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67912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独立建模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67912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四层级联仿真，参数全部取自公开文献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27064" y="33832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3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47104" y="21031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67144" y="2423160"/>
            <a:ext cx="640080" cy="6400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686714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21424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仿真论证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21424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复现论文数字，并做对抗性审阅与敏感性检验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80576" y="33832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3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500616" y="21031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20656" y="2423160"/>
            <a:ext cx="640080" cy="6400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4" name="Text 22"/>
          <p:cNvSpPr/>
          <p:nvPr/>
        </p:nvSpPr>
        <p:spPr>
          <a:xfrm>
            <a:off x="982065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774936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74936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+ 交互实验台 + 中英双语，全部可复现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成果已提交至内部仓库（分支 claude/paper-analysis-model-scenario）并作为 Artifact 发布。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论文核心思想：从几何缩放到时间缩放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摩尔定律的本质从来不是「更小」，而是「更快」。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以下几何缩放失效后，应直接以特征时间常数 τ 为全栈统一优化目标。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38160" y="10972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0" y="10972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= f(τ_transistor, τ_circuit,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τ_chip, τ_system)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743200"/>
            <a:ext cx="621792" cy="62179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7432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几何缩放趋平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91640" y="3090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速度饱和 + 互连寄生反超本征延迟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2743200"/>
            <a:ext cx="621792" cy="62179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27432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26517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LogicFolding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269480" y="3090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垂直折叠：判据 τ收益 &gt; τ代价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169664"/>
            <a:ext cx="621792" cy="62179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169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N²-vs-N 扇出困境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691640" y="45171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算力∝N² 而边缘带宽∝N 的拓扑赤字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3895344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4169664"/>
            <a:ext cx="621792" cy="621792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4169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6948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通信 τ 压缩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269480" y="45171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内存语义总线 ~100ns，≈500×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321808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" y="5596128"/>
            <a:ext cx="621792" cy="62179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596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1640" y="55046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 全栈共享目标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691640" y="5943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 τ 层就是下一个投资方向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17920" y="5074920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τ_{n+1} = τ_n / α　（α 因应用而异：移动 ~1.3，AI 号称至 10 /年）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方法：四层级联仿真模型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τ 分解到四层逐层建模，再级联成系统 τ。关键：参数全部取自独立公开文献，论文自身数据只作对照目标——避免循环论证。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ECF2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20574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205740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α-power law + 铜互连尺寸效应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6480" y="20574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IRDS · Sakurai · Steinhögl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5351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83080" y="295351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95351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Davis 线长分布 + LogicFolding 折叠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295351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Davis · Rahman&amp;Reif · imec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ECF2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962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384962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384962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N²-vs-N + Roofline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26480" y="384962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· Micron HBM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4573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474573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08960" y="474573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α-β 集合通信 + SimPy 离散事件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26480" y="474573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Thakur · ZeRO · UB-Mesh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 级联  →  系统 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0" y="2057400"/>
            <a:ext cx="3657600" cy="1024128"/>
          </a:xfrm>
          <a:prstGeom prst="roundRect">
            <a:avLst>
              <a:gd name="adj" fmla="val 8929"/>
            </a:avLst>
          </a:prstGeom>
          <a:solidFill>
            <a:srgbClr val="0F1B2D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211226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9326880" y="205740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校准参数（逐项注明文献出处）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863840" y="3227832"/>
            <a:ext cx="3657600" cy="1024128"/>
          </a:xfrm>
          <a:prstGeom prst="roundRect">
            <a:avLst>
              <a:gd name="adj" fmla="val 8929"/>
            </a:avLst>
          </a:prstGeom>
          <a:solidFill>
            <a:srgbClr val="0F1B2D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328269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9326880" y="3227832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仿真图表（中/英双套）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63840" y="4398264"/>
            <a:ext cx="3657600" cy="1024128"/>
          </a:xfrm>
          <a:prstGeom prst="roundRect">
            <a:avLst>
              <a:gd name="adj" fmla="val 8929"/>
            </a:avLst>
          </a:prstGeom>
          <a:solidFill>
            <a:srgbClr val="0F1B2D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445312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9326880" y="4398264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敏感性扰动 · 0 结论翻转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关键结果：仿真独立复现论文数字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−24.9%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折叠线长降幅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−30%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93592" y="1371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30752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+12.3%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730752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关键路径频率增益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30752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+13%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47104" y="1371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84264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9–159×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684264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 小消息 UB 加速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84264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RDMA / TCP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00616" y="1371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37776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637776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协同年化 α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37776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单点 1.02–1.08</a:t>
            </a:r>
            <a:endParaRPr lang="en-US" sz="1100" dirty="0"/>
          </a:p>
        </p:txBody>
      </p:sp>
      <p:pic>
        <p:nvPicPr>
          <p:cNvPr id="19" name="Image 0" descr="/home/user/tau_demo/figures/fig3_fold_ga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46120"/>
            <a:ext cx="4846320" cy="28437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60533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LogicFolding 收益：模型（独立文献参数） vs Kirin 实测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43600" y="3383280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82512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N²-vs-N 是纯几何事实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382512" y="371246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2.5D 利用率随规模坍塌，3D 恢复 N² 对齐；无需任何校准。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0" y="4343400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82512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瓶颈按层迁移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82512" y="467258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优化通信→计算→再回通信，「主导 τ 层就是下一个投资方向」自然涌现。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943600" y="5303520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0" y="5303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382512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结论稳健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382512" y="56327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项参数 ±50% 扰动，结论方向 0 次翻转。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深度发现：对抗性审阅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方向判断无懈可击；但几个最醒目的量化头条依赖最有利的基线与未公开的内部数据。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最易质疑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BF0F0"/>
          </a:solidFill>
          <a:ln w="12700">
            <a:solidFill>
              <a:srgbClr val="F0D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957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≈ 10/年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硬件三因子仅 ≈2.0/年（含精度 ≈2.6），10× 需算法/软件因子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BF0F0"/>
          </a:solidFill>
          <a:ln w="12700">
            <a:solidFill>
              <a:srgbClr val="F0D2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661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UB「500×」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95935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对最差 TCP 基线；对 RDMA 仅 ~10–30×，且只在小消息兑现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626864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BF0F0"/>
          </a:solidFill>
          <a:ln w="12700">
            <a:solidFill>
              <a:srgbClr val="F0D2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7365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能量账被回避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512978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论文自认「τ 非焦耳律」；CloudMatrix 约 4× 功耗换 ~2× 算力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1783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最经得起推敲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80760" y="2286000"/>
            <a:ext cx="274320" cy="27432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3952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80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N²-vs-N 拓扑赤字（纯几何、与工艺无关）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080760" y="2852928"/>
            <a:ext cx="274320" cy="27432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807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80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互连占级延迟 22%→72%（独立文献一致）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080760" y="3419856"/>
            <a:ext cx="274320" cy="27432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73952" y="33741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80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&gt;80% 能耗在数据搬运（Horowitz/Boroumand）</a:t>
            </a:r>
            <a:endParaRPr lang="en-US" sz="1280" dirty="0"/>
          </a:p>
        </p:txBody>
      </p:sp>
      <p:pic>
        <p:nvPicPr>
          <p:cNvPr id="24" name="Image 0" descr="/home/user/tau_demo/figures/fig10_alpha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4114800"/>
            <a:ext cx="5440680" cy="19293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080760" y="603504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D：α≈10/年 的口径分解——硬件仅解释到 ~2×/年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交付物：可复现 · 可交互 · 中英双语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7190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仿真代码包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1762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8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tau_sim 四层模型 + 热约束 + 级联；run_all 一键出图；敏感性脚本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78308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17190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分析报告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23760" y="21762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8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REPORT（正面论证）+ CRITIQUE（对抗性附录），图文并茂 PDF/HTML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538728"/>
            <a:ext cx="457200" cy="45720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34747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交互实验台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8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 Lab（6 面板拖参实时重算）+ Streamlit 版（含 SimPy 验证）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309360" y="3218688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5F8FB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3538728"/>
            <a:ext cx="457200" cy="457200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34747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中英双语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2376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80" dirty="0">
                <a:solidFill>
                  <a:srgbClr val="5160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个页面右上角 中/EN 切换；中/英两套标签图；JS 与 Python 逐位对拍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0F1B2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13892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1965960" y="5029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次提交，全部推送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47872" y="513892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4690872" y="5029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双语页面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72784" y="513892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7415784" y="5029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交互工具（Artifact）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97696" y="513892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10140696" y="5029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310896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0" b="1" dirty="0">
                <a:solidFill>
                  <a:srgbClr val="1B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</a:t>
            </a:r>
            <a:endParaRPr lang="en-US" sz="1932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8314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一句话结论：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方向判断（几何缩放已死、时间是真货币、拓扑赤字、数据搬运主导）几乎无懈可击；真正经不起细究的是三个头条数字（α=10、500×、+55%）与被回避的能量账。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给论文的三条建设性追问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383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 α 的可测量定义与分层分解——把「10×/年」拆成硬件/算法/精度各占多少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087368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4041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τ 配强制的能量协同指标，使 τ-first 不能 license 撞电网的设计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745736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7000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公开一组 τ-profile 基准与受控反事实，让「τ 优于纯几何缩放」可被第三方复现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62356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42943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623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BA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内部价值：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一套「把外部技术主张当假设、用可复现仿真独立评估」的方法与工具，可复用于后续技术尽调。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2026-08-04T10:10:35Z</dcterms:created>
  <dcterms:modified xsi:type="dcterms:W3CDTF">2026-08-04T10:10:35Z</dcterms:modified>
</cp:coreProperties>
</file>